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Test-Deck um die python-pptx Pipeline zu pruefen. Kein finaler Inhalt.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Kurzer Uebergang von den allgemeinen Prinzipien (Harnisch, Skills) zu A-ALDC.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Diagramm zeigt Agents/Skills/Workflows-Zusammenspiel.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Abschluss-Slide des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A-ALDC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Agentic Engineering Toolkit fuer BC AL</a:t>
            </a:r>
          </a:p>
          <a:p>
            <a:pPr>
              <a:defRPr sz="2400"/>
            </a:pPr>
            <a:r>
              <a:t>(Test-Slide 1/4 - Pipeline-Check)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 (Platzhalter)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Theorie -&gt; Praxis: wo A-ALDC die Prinzipien umsetzt</a:t>
            </a:r>
          </a:p>
          <a:p>
            <a:pPr>
              <a:defRPr sz="2400"/>
            </a:pPr>
            <a:r>
              <a:t>Aufbau &amp; Prozess von A-ALDC</a:t>
            </a:r>
          </a:p>
          <a:p>
            <a:pPr>
              <a:defRPr sz="2400"/>
            </a:pPr>
            <a:r>
              <a:t>Agents im Ueberblick</a:t>
            </a:r>
          </a:p>
          <a:p>
            <a:pPr>
              <a:defRPr sz="2400"/>
            </a:pPr>
            <a:r>
              <a:t>BCQuality: was, warum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Platzhalter: Architektur-Diagramm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[Hier wuerde ein Mermaid-Diagramm als Bild eingefuegt werden]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Ende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Naechster Schritt: Format entscheiden, dann Inhalt fuellen.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