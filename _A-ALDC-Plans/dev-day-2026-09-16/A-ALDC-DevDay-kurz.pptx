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Uebergang: 'Das war die Theorie - grosse Teile dieser Prinzipien finden wir in A-ALDC, einem Agentic Engineering Toolkit fuer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Ueberblick ueber die 4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Bezug zu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Kernbausteine kurz vorstellen.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Kurz Rolle je Agent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Ueberleitung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Warum das ein Audit-Layer ist, kein Ersatz.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Offen fuer 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Agentic Engineering Toolkit fuer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83700"/>
            <a:ext cx="4363895" cy="4363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Von der Theorie zur Praxis: A-ALDC im Ueberblick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t>Aufbau &amp; Prozess von A-ALDC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t>Agents im Ueberblick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BCQuality: was &amp; warum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Aufbau von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– strategische &amp; taktische Rollen (Architect, Developer, Conductor, Presales, Subagents)</a:t>
            </a:r>
          </a:p>
          <a:p>
            <a:r>
              <a:t>Skills – domaenenspezifisches Wissen, wird bei Bedarf geladen</a:t>
            </a:r>
          </a:p>
          <a:p>
            <a:r>
              <a:t>Workflows – wiederholbare Ablaeufe (spec.create, build, pr-prepare, ...)</a:t>
            </a:r>
          </a:p>
          <a:p>
            <a:r>
              <a:t>Instructions – greifen automatisch je Dateityp (z. B. *.al)</a:t>
            </a:r>
          </a:p>
          <a:p>
            <a:r>
              <a:t>Plans – strukturierte Ablage unter .github/plans (Spec, Architektur, Review)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Agents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Ueberblick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al-architect – </a:t>
            </a:r>
            <a:r>
              <a:rPr dirty="0" err="1"/>
              <a:t>Architektur</a:t>
            </a:r>
            <a:r>
              <a:rPr dirty="0"/>
              <a:t>, </a:t>
            </a:r>
            <a:r>
              <a:rPr dirty="0" err="1"/>
              <a:t>Datenmodell</a:t>
            </a:r>
            <a:r>
              <a:rPr dirty="0"/>
              <a:t>, </a:t>
            </a:r>
            <a:r>
              <a:rPr dirty="0" err="1"/>
              <a:t>Integrationsstrategie</a:t>
            </a:r>
            <a:endParaRPr dirty="0"/>
          </a:p>
          <a:p>
            <a:r>
              <a:rPr dirty="0"/>
              <a:t>al-developer – Implementierung, Debugging, Fixes</a:t>
            </a:r>
          </a:p>
          <a:p>
            <a:r>
              <a:rPr dirty="0"/>
              <a:t>al-conductor – TDD-</a:t>
            </a:r>
            <a:r>
              <a:rPr dirty="0" err="1"/>
              <a:t>Orchestrierung</a:t>
            </a:r>
            <a:r>
              <a:rPr dirty="0"/>
              <a:t> (Plan -&gt; Implement -&gt; Review)</a:t>
            </a:r>
          </a:p>
          <a:p>
            <a:r>
              <a:rPr dirty="0"/>
              <a:t>al-presales – </a:t>
            </a:r>
            <a:r>
              <a:rPr dirty="0" err="1"/>
              <a:t>Schaetzung</a:t>
            </a:r>
            <a:r>
              <a:rPr dirty="0"/>
              <a:t>, SWOT, </a:t>
            </a:r>
            <a:r>
              <a:rPr dirty="0" err="1"/>
              <a:t>Projektangebote</a:t>
            </a:r>
            <a:endParaRPr dirty="0"/>
          </a:p>
          <a:p>
            <a:r>
              <a:rPr dirty="0"/>
              <a:t>+ Subagents </a:t>
            </a:r>
            <a:r>
              <a:rPr dirty="0" err="1"/>
              <a:t>fuer</a:t>
            </a:r>
            <a:r>
              <a:rPr dirty="0"/>
              <a:t> Planning / Implementation /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zitierfaehige Wissensbasis fuer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BCQuality: was &amp; warum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Kuratierte Wissensbasis mit zitierbaren Guidance-Dateien</a:t>
            </a:r>
          </a:p>
          <a:p>
            <a:r>
              <a:t>Wird als zweite Workspace-Root eingebunden – kein Einfluss auf die Kompilierung</a:t>
            </a:r>
          </a:p>
          <a:p>
            <a:r>
              <a:t>Audit-/Zitationsschicht, kein Ersatz fuer Instructions &amp; Skills</a:t>
            </a:r>
          </a:p>
          <a:p>
            <a:r>
              <a:t>Review-Subagent konsultiert BCQuality vor der A-G-Checkliste</a:t>
            </a:r>
          </a:p>
          <a:p>
            <a:r>
              <a:t>Findings sind zitierbar &amp; per CI validierbar – keine halluzinierten Quellen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Naechste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Live-Demo im Team einplanen</a:t>
            </a:r>
          </a:p>
          <a:p>
            <a:r>
              <a:t>Feedback &amp; offene Fragen sammeln</a:t>
            </a:r>
          </a:p>
          <a:p>
            <a:r>
              <a:t>Rollout-Fahrplan fuer weitere Projekte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4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305</Words>
  <Application>Microsoft Office PowerPoint</Application>
  <PresentationFormat>Breitbild</PresentationFormat>
  <Paragraphs>40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Raleway</vt:lpstr>
      <vt:lpstr>Source Sans Pro Semibold</vt:lpstr>
      <vt:lpstr>Office-Design</vt:lpstr>
      <vt:lpstr>A-ALDC</vt:lpstr>
      <vt:lpstr>PowerPoint-Präsentation</vt:lpstr>
      <vt:lpstr>Von der Theorie zur Praxis</vt:lpstr>
      <vt:lpstr>Aufbau von A-ALDC</vt:lpstr>
      <vt:lpstr>Agents im Ueberblick</vt:lpstr>
      <vt:lpstr>BCQuality</vt:lpstr>
      <vt:lpstr>BCQuality: was &amp; warum</vt:lpstr>
      <vt:lpstr>Naechste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5</cp:revision>
  <dcterms:created xsi:type="dcterms:W3CDTF">2026-09-14T17:14:18Z</dcterms:created>
  <dcterms:modified xsi:type="dcterms:W3CDTF">2026-09-14T17:47:46Z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