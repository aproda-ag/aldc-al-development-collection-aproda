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Beispielprozess MEDIUM/HIGH. Deploy-Run-Verify Cycle im Detail: naechste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OnPrem-Gate: publish -&gt; sync/install -&gt; run tests -&gt; review, Loop bis gruen.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LOW direkt, MEDIUM/HIGH ueber Architect+Conductor - MEDIUM auch direkt ueber Conductor moeglich.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-&gt; Architektur -&gt; Tests -&gt; Code -&gt;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Ohne A-ALDC</a:t>
            </a:r>
          </a:p>
          <a:p>
            <a:r>
              <a:t>Vibe Coding - Ergebnis unvorhersehbar</a:t>
            </a:r>
          </a:p>
          <a:p>
            <a:r>
              <a:t>Tests zuletzt (oder nie)</a:t>
            </a:r>
          </a:p>
          <a:p>
            <a:r>
              <a:t>Reviews: „sieht gut aus“</a:t>
            </a:r>
          </a:p>
          <a:p>
            <a:r>
              <a:t>Kein OnPrem-Gate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Mit A-ALDC</a:t>
            </a:r>
          </a:p>
          <a:p>
            <a:r>
              <a:t>Spec-getrieben - KI arbeitet gegen einen Vertrag</a:t>
            </a:r>
          </a:p>
          <a:p>
            <a:r>
              <a:t>Integriertes Test-Driven-Development-Enforcement</a:t>
            </a:r>
          </a:p>
          <a:p>
            <a:r>
              <a:t>BCQuality-zitierte Prüfungen</a:t>
            </a:r>
          </a:p>
          <a:p>
            <a:r>
              <a:t>Deploy-Run-Verify Cycle: deploy -&gt; run -&gt; fix -&gt; grün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7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3644" y="271797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 - Lösungsdesign, Datenmodell, Integrationsstrategie (MEDIUM/HIGH)</a:t>
            </a:r>
          </a:p>
          <a:p>
            <a:r>
              <a:t>Conductor - orchestriert Planung -&gt; Implementierung -&gt; Review (voller TDD-Zyklus)</a:t>
            </a:r>
          </a:p>
          <a:p>
            <a:r>
              <a:t>Implementation Specialist - taktischer Code, direkte Änderungen, Debugging</a:t>
            </a:r>
          </a:p>
          <a:p>
            <a:r>
              <a:t>Triage - Reproduktion, Ursachenanalyse, Fix-Empfehlung bei Bugs</a:t>
            </a:r>
          </a:p>
          <a:p>
            <a:r>
              <a:t>Pre-Sales - PERT-Schätzung, SWOT, Kostenaufstellung</a:t>
            </a:r>
          </a:p>
          <a:p>
            <a:r>
              <a:t>Dredd - unabhängiger, BCQuality-zitierter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017520"/>
            <a:ext cx="1965960" cy="13716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 / Spec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893" y="3017520"/>
            <a:ext cx="1965960" cy="13716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2867" y="3017520"/>
            <a:ext cx="1965960" cy="13716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Implementierung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(Deploy-Run-Verify Cycle)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17841" y="3017520"/>
            <a:ext cx="1965960" cy="13716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HITL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2815" y="3017520"/>
            <a:ext cx="1965960" cy="13716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370332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73853" y="37033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78827" y="37033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83801" y="37033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Deploy-Run-Verify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1936" y="2833688"/>
            <a:ext cx="21945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65674" y="2833688"/>
            <a:ext cx="21945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&amp;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49412" y="2833688"/>
            <a:ext cx="21945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Run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3151" y="2833688"/>
            <a:ext cx="21945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6496" y="3382328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60234" y="3382328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43972" y="3382328"/>
            <a:ext cx="58917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630431" y="2147888"/>
            <a:ext cx="0" cy="68580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279216" y="2147888"/>
            <a:ext cx="8351215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79216" y="2147888"/>
            <a:ext cx="0" cy="68580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1936" y="1690688"/>
            <a:ext cx="105457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Fehler: Fix &amp; </a:t>
            </a:r>
            <a:r>
              <a:rPr lang="de-CH" dirty="0" err="1"/>
              <a:t>retry</a:t>
            </a:r>
            <a:r>
              <a:rPr dirty="0"/>
              <a:t> - Loop bis gr</a:t>
            </a:r>
            <a:r>
              <a:rPr lang="de-CH" dirty="0"/>
              <a:t>ü</a:t>
            </a:r>
            <a:r>
              <a:rPr dirty="0"/>
              <a:t>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30431" y="3930967"/>
            <a:ext cx="0" cy="822961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52991" y="4799648"/>
            <a:ext cx="475488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Erfolg: bleibt deployed in ASINST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bereit fuer manuelles Testen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Komplexität bestimmt den Einstieg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371600"/>
            <a:ext cx="192024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Anforderung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2194560"/>
            <a:ext cx="0" cy="59436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892040" y="2788920"/>
            <a:ext cx="2377440" cy="11887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651760" y="3383280"/>
            <a:ext cx="224028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265176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 Specialist</a:t>
            </a:r>
            <a:br/>
            <a:r>
              <a:t>(direkt)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3383280"/>
            <a:ext cx="214884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7947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7091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6235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78440" y="45262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8440" y="54406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3611880"/>
            <a:ext cx="640080" cy="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9560" y="3611880"/>
            <a:ext cx="0" cy="237744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9560" y="5989320"/>
            <a:ext cx="1143000" cy="0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5440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399"/>
                </a:solidFill>
              </a:defRPr>
            </a:pPr>
            <a:r>
              <a:rPr dirty="0"/>
              <a:t>MEDIUM: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direkt</a:t>
            </a:r>
            <a:br>
              <a:rPr dirty="0"/>
            </a:br>
            <a:r>
              <a:rPr dirty="0" err="1"/>
              <a:t>ueber</a:t>
            </a:r>
            <a:r>
              <a:rPr dirty="0"/>
              <a:t> Conductor </a:t>
            </a:r>
            <a:r>
              <a:rPr dirty="0" err="1"/>
              <a:t>moeglich</a:t>
            </a:r>
            <a:br>
              <a:rPr dirty="0"/>
            </a:br>
            <a:r>
              <a:rPr dirty="0"/>
              <a:t>(</a:t>
            </a:r>
            <a:r>
              <a:rPr dirty="0" err="1"/>
              <a:t>voller</a:t>
            </a:r>
            <a:r>
              <a:rPr dirty="0"/>
              <a:t> TDD-</a:t>
            </a:r>
            <a:r>
              <a:rPr dirty="0" err="1"/>
              <a:t>Zyklus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Deploy-Run-Verify Cycle - publish -&gt; sync -&gt; run-tests -&gt; review gegen ASINST, Loop bis grün</a:t>
            </a:r>
          </a:p>
          <a:p>
            <a:r>
              <a:t>ADO-Integration - req_name = {type}-{id}-{short-name}, ADO-Link in jedem Plan-Dokument</a:t>
            </a:r>
          </a:p>
          <a:p>
            <a:r>
              <a:t>HITL Validation - strukturiertes Issue-Tracking über mehrere Feedback-Runden</a:t>
            </a:r>
          </a:p>
          <a:p>
            <a:r>
              <a:t>Modul-Dokumentation - reference.md (EN) + Handbuch.de-CH.md, repo-weit aktuell</a:t>
            </a:r>
          </a:p>
          <a:p>
            <a:r>
              <a:t>KI-Übersetzungsworkflow (XLIFF) - Sync -&gt; Resolve -&gt; Review -&gt; Validate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E-001 - Read-only Upstream-Drift-Report für Aproda Sync (High, Proposed)</a:t>
            </a:r>
          </a:p>
          <a:p>
            <a:r>
              <a:t>E-002 - Offizieller Microsoft-Learn-MCP-Endpoint als Pilot (Medium, Proposed)</a:t>
            </a:r>
          </a:p>
          <a:p>
            <a:r>
              <a:t>E-003 - Auto-Cleanup-Befehl nach Implementierungsende (Medium, Proposed)</a:t>
            </a:r>
          </a:p>
          <a:p>
            <a:r>
              <a:t>E-004 - Regelbasierte AL-Objekt-ID-Vorschläge, global pro Repo (Medium, Proposed)</a:t>
            </a:r>
          </a:p>
          <a:p>
            <a:r>
              <a:t>E-005 - Gestufter KI-Übersetzungsworkflow XLIFF (High, In Progress)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4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691</Words>
  <Application>Microsoft Office PowerPoint</Application>
  <PresentationFormat>Breitbild</PresentationFormat>
  <Paragraphs>112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Calibri</vt:lpstr>
      <vt:lpstr>Raleway</vt:lpstr>
      <vt:lpstr>Source Sans Pro Semibold</vt:lpstr>
      <vt:lpstr>Office-Design</vt:lpstr>
      <vt:lpstr>A-ALDC</vt:lpstr>
      <vt:lpstr>Agenda</vt:lpstr>
      <vt:lpstr>Von der Theorie zur Praxis</vt:lpstr>
      <vt:lpstr>Was ist A-ALDC?</vt:lpstr>
      <vt:lpstr>Ohne vs. mit A-ALDC</vt:lpstr>
      <vt:lpstr>Architektur im Überblick</vt:lpstr>
      <vt:lpstr>Kern-Agents im Überblick</vt:lpstr>
      <vt:lpstr>Der Entwicklungsprozess</vt:lpstr>
      <vt:lpstr>Deploy-Run-Verify Cycle</vt:lpstr>
      <vt:lpstr>Komplexität bestimmt den Einstieg</vt:lpstr>
      <vt:lpstr>BCQuality</vt:lpstr>
      <vt:lpstr>Was ist BCQuality?</vt:lpstr>
      <vt:lpstr>BCQuality im Zusammenspiel</vt:lpstr>
      <vt:lpstr>Aproda-Erweiterungen im Überblick</vt:lpstr>
      <vt:lpstr>Ausblick</vt:lpstr>
      <vt:lpstr>Ausblick –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7</cp:revision>
  <dcterms:created xsi:type="dcterms:W3CDTF">2026-09-14T17:14:18Z</dcterms:created>
  <dcterms:modified xsi:type="dcterms:W3CDTF">2026-09-15T16:29:20Z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