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Test-Deck fuer Marp mit an Aproda-Farben angelehntem Theme.
Kein echtes Master-Layout - nur CSS-Annaeherung an die Theme-Farben (3C6CE8 / 003399 / 99CCFF).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Kurzer Uebergang von den allgemeinen Prinzipien zu A-ALDC.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Hier waere ein Architektur-Diagramm als Bild eingebunden.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Abschluss-Slide des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A-ALDC &amp; BCQuality</dc:title>
  <dc:subject>PptxGenJS Presentation</dc:subject>
  <dc:creator>Created by Marp</dc:creator>
  <cp:lastModifiedBy>Created by Marp</cp:lastModifiedBy>
  <cp:revision>1</cp:revision>
  <dcterms:created xsi:type="dcterms:W3CDTF">2026-09-14T17:36:06Z</dcterms:created>
  <dcterms:modified xsi:type="dcterms:W3CDTF">2026-09-14T17:36:06Z</dcterms:modified>
</cp:coreProperties>
</file>